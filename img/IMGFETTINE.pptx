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E01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60AC5-A7A4-3191-8BC8-59250FBC4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EDB2D-A940-797E-2511-A106E63B9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08546-AD03-344A-7B4C-D9EF04B6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0FB8F-ED13-0389-7DC8-F947DBD5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8428E-A875-32F8-EB6E-D577F161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25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982A-F040-011B-0D7D-7E96478F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D58D-4E04-DD40-8F67-2D75BD005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F7EB9-D855-AA98-7335-0C2DE615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BCC5D-9CB5-0CD7-5A70-4C70247A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F6814-75E2-B3BC-1A43-7BE5393F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00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DEF0-B899-17B6-06DF-28D1EC4E2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33F2C-BA05-B36A-BE5A-BA25797D6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62E7-EB69-9FD5-F3C8-929CC175B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79449-7F5A-B193-9DFA-668DCD07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43368-4618-D019-30FB-11F1674A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6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84EA9-49C0-FD4F-C99F-B463BFA2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FBF10-EAF5-4FDD-8487-E80006D9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31A97-52F5-F659-1BB8-84C35F1DD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0D534-7842-2B74-8E18-3FF907B0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CD145-C637-1505-1DC4-94B69740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F6928-F5FD-C685-B3F4-7584F7B2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2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1D57-387C-E611-8866-D40B3F79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8B477-D80D-46EF-7424-EE22967BD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A3C4A-B570-7F1D-21FB-884787007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3CB2B-7AF6-A670-5698-971BA8EB0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55AB63-A69D-B0D9-A218-C60564D37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2F077C-78A2-D50D-1151-07B3483A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81E19-7385-60F9-8412-A28F55D14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627DA3-64E8-E149-A6A1-DA663911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38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665F-F1B7-19D7-F705-DABD6545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82DA92-3554-4047-B685-14D4AC2F6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0E31E-3754-448B-D9E1-72EF85AF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888E0-F8A9-96A7-27C6-5FB6A5897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7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F71B8A-2CDE-FE70-384A-EE5DE7F8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25365D-1FCC-856D-D025-CCEE55E6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8E24C-5A43-F182-E0F9-95024A1A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5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7CCA-74BC-24D8-4299-EC935C15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48567-B90A-9891-8D7C-918528A42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B9A81-A9E2-DE0B-CAB3-EA11394F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588D5-E9C5-072E-21B3-3D5949D14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07F4E-BF5D-B209-CDBF-8846B5D3F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FB24D-7E7D-402B-26C1-0EB248C1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1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CCF6-721A-D80B-7A8E-F6669E00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8FBBFA-6FB3-2340-B9D0-4BB11E4ED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E69E4-E2B5-7019-A090-C9A0166DE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C0243-68B6-160B-4DD3-0221F88E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7320C-5027-5EAF-9A60-B89B181E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F27BD-CD5C-A830-8F38-310DF6AB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2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D243E-9C9F-E50C-4F50-D1E3692B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02DFE-6647-8C97-C184-A672329DE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7C0CF-1DCF-A132-A33C-C10A61C6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E1806-91CF-FEB6-DA0B-B900448E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12400-BF31-144C-C2E8-BEDC27A1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3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7B987-4AC8-9B91-2B5F-C3BBC181B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2A891-C879-9AA6-37B4-896788FA1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0F79A-7B1B-1ADF-44AF-E8DFAC91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D7396-9B21-2D44-1A72-109005D2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ED83C-3C16-5570-D04F-D420AF867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FC4B03-C0DF-C382-1DC7-6BEB98F1E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1121B-3042-AB00-FC27-77D2F5F70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23EED-374A-CE3B-A66E-5D55BAECE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0757D-1870-4CA8-BE9F-A343994B0C2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3CCFA-53B4-9638-4242-E2F2BDCCD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32021-078D-D258-D151-504CC17DA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B7E09-8444-4516-88D2-3B458D949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2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B774F3-7B9E-DA55-0F52-6511510FA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570806"/>
            <a:ext cx="4233672" cy="522566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EC2718-7BCF-734A-EA75-AA39A42BD802}"/>
              </a:ext>
            </a:extLst>
          </p:cNvPr>
          <p:cNvSpPr/>
          <p:nvPr/>
        </p:nvSpPr>
        <p:spPr>
          <a:xfrm>
            <a:off x="6473952" y="1115568"/>
            <a:ext cx="3302508" cy="4287012"/>
          </a:xfrm>
          <a:prstGeom prst="roundRect">
            <a:avLst>
              <a:gd name="adj" fmla="val 1837"/>
            </a:avLst>
          </a:prstGeom>
          <a:solidFill>
            <a:srgbClr val="CE0115"/>
          </a:solidFill>
          <a:ln>
            <a:solidFill>
              <a:srgbClr val="CE01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F1D82C-B091-6C08-324C-6C727C062950}"/>
              </a:ext>
            </a:extLst>
          </p:cNvPr>
          <p:cNvSpPr/>
          <p:nvPr/>
        </p:nvSpPr>
        <p:spPr>
          <a:xfrm>
            <a:off x="6704076" y="2575560"/>
            <a:ext cx="2842260" cy="2560320"/>
          </a:xfrm>
          <a:prstGeom prst="roundRect">
            <a:avLst>
              <a:gd name="adj" fmla="val 178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F667A5-ADF3-2513-6EFB-051275F22E79}"/>
              </a:ext>
            </a:extLst>
          </p:cNvPr>
          <p:cNvSpPr txBox="1"/>
          <p:nvPr/>
        </p:nvSpPr>
        <p:spPr>
          <a:xfrm>
            <a:off x="6704076" y="1522399"/>
            <a:ext cx="1373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chemeClr val="bg1"/>
                </a:solidFill>
                <a:latin typeface="Baguet Script" panose="00000500000000000000" pitchFamily="2" charset="0"/>
              </a:rPr>
              <a:t>Vitello</a:t>
            </a:r>
            <a:endParaRPr lang="en-US" sz="3600" dirty="0">
              <a:solidFill>
                <a:schemeClr val="bg1"/>
              </a:solidFill>
              <a:latin typeface="Baguet Script" panose="00000500000000000000" pitchFamily="2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A68FB45-FEA0-5323-973A-01CF59692F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0405" y="1234440"/>
            <a:ext cx="740466" cy="287959"/>
          </a:xfrm>
          <a:prstGeom prst="rect">
            <a:avLst/>
          </a:prstGeom>
        </p:spPr>
      </p:pic>
      <p:pic>
        <p:nvPicPr>
          <p:cNvPr id="14" name="Graphic 13" descr="Cow with solid fill">
            <a:extLst>
              <a:ext uri="{FF2B5EF4-FFF2-40B4-BE49-F238E27FC236}">
                <a16:creationId xmlns:a16="http://schemas.microsoft.com/office/drawing/2014/main" id="{6957172D-7AE9-E7EE-4491-54C21E4C2E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0405" y="2046810"/>
            <a:ext cx="636270" cy="6362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3D3B09-92C5-7BE2-B390-6E200B46F7BD}"/>
              </a:ext>
            </a:extLst>
          </p:cNvPr>
          <p:cNvSpPr txBox="1"/>
          <p:nvPr/>
        </p:nvSpPr>
        <p:spPr>
          <a:xfrm>
            <a:off x="6815708" y="2704571"/>
            <a:ext cx="2511172" cy="176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VITELLO</a:t>
            </a:r>
          </a:p>
          <a:p>
            <a:r>
              <a:rPr lang="it-IT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FETTINE SCELTE 110 X2 – 220 G</a:t>
            </a:r>
          </a:p>
          <a:p>
            <a:endParaRPr lang="it-IT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t-IT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it-IT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700" dirty="0">
                <a:latin typeface="Courier New" panose="02070309020205020404" pitchFamily="49" charset="0"/>
                <a:cs typeface="Courier New" panose="02070309020205020404" pitchFamily="49" charset="0"/>
              </a:rPr>
              <a:t>NATO IN 	ITALIA</a:t>
            </a:r>
          </a:p>
          <a:p>
            <a:r>
              <a:rPr lang="it-IT" sz="700" dirty="0">
                <a:latin typeface="Courier New" panose="02070309020205020404" pitchFamily="49" charset="0"/>
                <a:cs typeface="Courier New" panose="02070309020205020404" pitchFamily="49" charset="0"/>
              </a:rPr>
              <a:t>ALLEVATO IN	ITALIA</a:t>
            </a:r>
          </a:p>
          <a:p>
            <a:r>
              <a:rPr lang="it-IT" sz="700" dirty="0">
                <a:latin typeface="Courier New" panose="02070309020205020404" pitchFamily="49" charset="0"/>
                <a:cs typeface="Courier New" panose="02070309020205020404" pitchFamily="49" charset="0"/>
              </a:rPr>
              <a:t>MACELLATO IN	ITALIA</a:t>
            </a:r>
          </a:p>
          <a:p>
            <a:r>
              <a:rPr lang="it-IT" sz="700" dirty="0">
                <a:latin typeface="Courier New" panose="02070309020205020404" pitchFamily="49" charset="0"/>
                <a:cs typeface="Courier New" panose="02070309020205020404" pitchFamily="49" charset="0"/>
              </a:rPr>
              <a:t>DA CONSUMARE ENTRO VEDI RETRO</a:t>
            </a:r>
          </a:p>
          <a:p>
            <a:endParaRPr lang="it-IT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700" dirty="0">
                <a:latin typeface="Courier New" panose="02070309020205020404" pitchFamily="49" charset="0"/>
                <a:cs typeface="Courier New" panose="02070309020205020404" pitchFamily="49" charset="0"/>
              </a:rPr>
              <a:t>	PESO </a:t>
            </a:r>
          </a:p>
          <a:p>
            <a:r>
              <a:rPr lang="it-IT" sz="700" dirty="0">
                <a:latin typeface="Courier New" panose="02070309020205020404" pitchFamily="49" charset="0"/>
                <a:cs typeface="Courier New" panose="02070309020205020404" pitchFamily="49" charset="0"/>
              </a:rPr>
              <a:t>	220G</a:t>
            </a:r>
          </a:p>
          <a:p>
            <a:r>
              <a:rPr lang="it-IT" sz="700" dirty="0">
                <a:latin typeface="Courier New" panose="02070309020205020404" pitchFamily="49" charset="0"/>
                <a:cs typeface="Courier New" panose="02070309020205020404" pitchFamily="49" charset="0"/>
              </a:rPr>
              <a:t>LOTTO 12BH2</a:t>
            </a:r>
          </a:p>
        </p:txBody>
      </p:sp>
    </p:spTree>
    <p:extLst>
      <p:ext uri="{BB962C8B-B14F-4D97-AF65-F5344CB8AC3E}">
        <p14:creationId xmlns:p14="http://schemas.microsoft.com/office/powerpoint/2010/main" val="3540051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F92D-88FC-1B3C-B8A3-DC72FDBAC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8DA9BFD-70CA-3A2A-B348-CBCB6006A804}"/>
              </a:ext>
            </a:extLst>
          </p:cNvPr>
          <p:cNvGrpSpPr/>
          <p:nvPr/>
        </p:nvGrpSpPr>
        <p:grpSpPr>
          <a:xfrm>
            <a:off x="1154309" y="0"/>
            <a:ext cx="9883382" cy="6858000"/>
            <a:chOff x="1154309" y="0"/>
            <a:chExt cx="9883382" cy="68580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721CCBC-7ADE-AD0D-F16C-476ED3FCC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4309" y="0"/>
              <a:ext cx="9883382" cy="6858000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5D1D167-FA7E-44FF-9266-0296B9025A70}"/>
                </a:ext>
              </a:extLst>
            </p:cNvPr>
            <p:cNvGrpSpPr/>
            <p:nvPr/>
          </p:nvGrpSpPr>
          <p:grpSpPr>
            <a:xfrm>
              <a:off x="6426200" y="558800"/>
              <a:ext cx="4051300" cy="5549900"/>
              <a:chOff x="6473952" y="1115568"/>
              <a:chExt cx="3302508" cy="4287012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D2BCF1D-E2B2-48EE-13CA-09D098870B0A}"/>
                  </a:ext>
                </a:extLst>
              </p:cNvPr>
              <p:cNvSpPr/>
              <p:nvPr/>
            </p:nvSpPr>
            <p:spPr>
              <a:xfrm>
                <a:off x="6473952" y="1115568"/>
                <a:ext cx="3302508" cy="4287012"/>
              </a:xfrm>
              <a:prstGeom prst="roundRect">
                <a:avLst>
                  <a:gd name="adj" fmla="val 1837"/>
                </a:avLst>
              </a:prstGeom>
              <a:gradFill flip="none" rotWithShape="1">
                <a:gsLst>
                  <a:gs pos="0">
                    <a:srgbClr val="C00000">
                      <a:shade val="30000"/>
                      <a:satMod val="115000"/>
                    </a:srgbClr>
                  </a:gs>
                  <a:gs pos="50000">
                    <a:srgbClr val="C00000">
                      <a:shade val="67500"/>
                      <a:satMod val="115000"/>
                    </a:srgbClr>
                  </a:gs>
                  <a:gs pos="100000">
                    <a:srgbClr val="C00000">
                      <a:shade val="100000"/>
                      <a:satMod val="115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rgbClr val="CE011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9352980-1FA0-8F01-C80A-C795E4D5C56B}"/>
                  </a:ext>
                </a:extLst>
              </p:cNvPr>
              <p:cNvSpPr/>
              <p:nvPr/>
            </p:nvSpPr>
            <p:spPr>
              <a:xfrm>
                <a:off x="6704076" y="2575560"/>
                <a:ext cx="2842260" cy="2560320"/>
              </a:xfrm>
              <a:prstGeom prst="roundRect">
                <a:avLst>
                  <a:gd name="adj" fmla="val 1786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8E8D67-8A2D-3714-B9E1-F03F1D3FDE90}"/>
                  </a:ext>
                </a:extLst>
              </p:cNvPr>
              <p:cNvSpPr txBox="1"/>
              <p:nvPr/>
            </p:nvSpPr>
            <p:spPr>
              <a:xfrm>
                <a:off x="6704076" y="1522399"/>
                <a:ext cx="1373124" cy="552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600" dirty="0">
                    <a:solidFill>
                      <a:schemeClr val="bg1">
                        <a:lumMod val="95000"/>
                      </a:schemeClr>
                    </a:solidFill>
                    <a:latin typeface="Baguet Script" panose="00000500000000000000" pitchFamily="2" charset="0"/>
                  </a:rPr>
                  <a:t>Vitello</a:t>
                </a:r>
                <a:endParaRPr lang="en-US" sz="3600" dirty="0">
                  <a:solidFill>
                    <a:schemeClr val="bg1">
                      <a:lumMod val="95000"/>
                    </a:schemeClr>
                  </a:solidFill>
                  <a:latin typeface="Baguet Script" panose="00000500000000000000" pitchFamily="2" charset="0"/>
                </a:endParaRPr>
              </a:p>
            </p:txBody>
          </p:sp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2EC488AB-EE6C-809C-F263-CC7F5D9C38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020405" y="1234441"/>
                <a:ext cx="740466" cy="266466"/>
              </a:xfrm>
              <a:prstGeom prst="rect">
                <a:avLst/>
              </a:prstGeom>
            </p:spPr>
          </p:pic>
          <p:pic>
            <p:nvPicPr>
              <p:cNvPr id="14" name="Graphic 13" descr="Cow with solid fill">
                <a:extLst>
                  <a:ext uri="{FF2B5EF4-FFF2-40B4-BE49-F238E27FC236}">
                    <a16:creationId xmlns:a16="http://schemas.microsoft.com/office/drawing/2014/main" id="{E80D8DA8-A7DE-76CD-C01A-EE0E4DDF66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020405" y="2046810"/>
                <a:ext cx="636270" cy="636270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94A4FD-C492-BB47-3B33-B9F5180B207F}"/>
                  </a:ext>
                </a:extLst>
              </p:cNvPr>
              <p:cNvSpPr txBox="1"/>
              <p:nvPr/>
            </p:nvSpPr>
            <p:spPr>
              <a:xfrm>
                <a:off x="6784649" y="2704571"/>
                <a:ext cx="2730628" cy="1854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VITELLO</a:t>
                </a:r>
              </a:p>
              <a:p>
                <a:r>
                  <a:rPr lang="it-IT" sz="1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FETTINE SCELTE 110 X2 – 220 G</a:t>
                </a:r>
              </a:p>
              <a:p>
                <a:endParaRPr lang="it-IT" sz="1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endParaRPr lang="it-IT" sz="1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endParaRPr lang="it-IT" sz="1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it-IT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NATO IN 	ITALIA</a:t>
                </a:r>
              </a:p>
              <a:p>
                <a:r>
                  <a:rPr lang="it-IT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ALLEVATO IN	ITALIA</a:t>
                </a:r>
              </a:p>
              <a:p>
                <a:r>
                  <a:rPr lang="it-IT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MACELLATO IN	ITALIA</a:t>
                </a:r>
              </a:p>
              <a:p>
                <a:r>
                  <a:rPr lang="it-IT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DA CONSUMARE ENTRO VEDI RETRO</a:t>
                </a:r>
              </a:p>
              <a:p>
                <a:endParaRPr lang="it-IT" sz="1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it-IT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PESO </a:t>
                </a:r>
              </a:p>
              <a:p>
                <a:r>
                  <a:rPr lang="it-IT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220G</a:t>
                </a:r>
              </a:p>
              <a:p>
                <a:r>
                  <a:rPr lang="it-IT" sz="1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LOTTO 12BH2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367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64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Baguet Script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PAPARELLA</dc:creator>
  <cp:lastModifiedBy>ANTONIO PAPARELLA</cp:lastModifiedBy>
  <cp:revision>2</cp:revision>
  <dcterms:created xsi:type="dcterms:W3CDTF">2026-04-29T12:15:43Z</dcterms:created>
  <dcterms:modified xsi:type="dcterms:W3CDTF">2026-04-29T12:42:43Z</dcterms:modified>
</cp:coreProperties>
</file>